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105" d="100"/>
          <a:sy n="105" d="100"/>
        </p:scale>
        <p:origin x="1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AB5980-0878-4DFD-8351-9FF5F794D8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19A18A-3811-4BE4-8C25-6409AEBE4139}">
      <dgm:prSet/>
      <dgm:spPr/>
      <dgm:t>
        <a:bodyPr/>
        <a:lstStyle/>
        <a:p>
          <a:r>
            <a:rPr lang="en-US"/>
            <a:t>Median Win Percentage is 52.09%</a:t>
          </a:r>
        </a:p>
      </dgm:t>
    </dgm:pt>
    <dgm:pt modelId="{49E8EAE6-CA9E-402F-B29D-66E11B15F7B9}" type="parTrans" cxnId="{6A8B702C-F7F8-4BAB-AF5A-2E3EB584C86C}">
      <dgm:prSet/>
      <dgm:spPr/>
      <dgm:t>
        <a:bodyPr/>
        <a:lstStyle/>
        <a:p>
          <a:endParaRPr lang="en-US"/>
        </a:p>
      </dgm:t>
    </dgm:pt>
    <dgm:pt modelId="{7D1DD667-1BB6-423E-86C0-24CC8A9BD690}" type="sibTrans" cxnId="{6A8B702C-F7F8-4BAB-AF5A-2E3EB584C86C}">
      <dgm:prSet/>
      <dgm:spPr/>
      <dgm:t>
        <a:bodyPr/>
        <a:lstStyle/>
        <a:p>
          <a:endParaRPr lang="en-US"/>
        </a:p>
      </dgm:t>
    </dgm:pt>
    <dgm:pt modelId="{950B280E-0C5E-4C1C-A589-8C19842C8D0D}">
      <dgm:prSet/>
      <dgm:spPr/>
      <dgm:t>
        <a:bodyPr/>
        <a:lstStyle/>
        <a:p>
          <a:r>
            <a:rPr lang="en-US" dirty="0"/>
            <a:t>Iowa’s is 68.1%</a:t>
          </a:r>
        </a:p>
      </dgm:t>
    </dgm:pt>
    <dgm:pt modelId="{F3486443-1180-4108-B1E6-EB46BF2DDD58}" type="parTrans" cxnId="{E7ACD135-C16D-40EC-8985-4F42584DD789}">
      <dgm:prSet/>
      <dgm:spPr/>
      <dgm:t>
        <a:bodyPr/>
        <a:lstStyle/>
        <a:p>
          <a:endParaRPr lang="en-US"/>
        </a:p>
      </dgm:t>
    </dgm:pt>
    <dgm:pt modelId="{2F9B87ED-E4B8-4990-8FEE-45EE25A599F1}" type="sibTrans" cxnId="{E7ACD135-C16D-40EC-8985-4F42584DD789}">
      <dgm:prSet/>
      <dgm:spPr/>
      <dgm:t>
        <a:bodyPr/>
        <a:lstStyle/>
        <a:p>
          <a:endParaRPr lang="en-US"/>
        </a:p>
      </dgm:t>
    </dgm:pt>
    <dgm:pt modelId="{1699ABA7-3244-4749-968F-C05A51A4F179}" type="pres">
      <dgm:prSet presAssocID="{CAAB5980-0878-4DFD-8351-9FF5F794D82E}" presName="root" presStyleCnt="0">
        <dgm:presLayoutVars>
          <dgm:dir/>
          <dgm:resizeHandles val="exact"/>
        </dgm:presLayoutVars>
      </dgm:prSet>
      <dgm:spPr/>
    </dgm:pt>
    <dgm:pt modelId="{D819F77B-4033-4269-9D20-BB42D0916F6B}" type="pres">
      <dgm:prSet presAssocID="{7F19A18A-3811-4BE4-8C25-6409AEBE4139}" presName="compNode" presStyleCnt="0"/>
      <dgm:spPr/>
    </dgm:pt>
    <dgm:pt modelId="{103034AC-56F5-4B44-846C-73DD2E1C58E3}" type="pres">
      <dgm:prSet presAssocID="{7F19A18A-3811-4BE4-8C25-6409AEBE413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al"/>
        </a:ext>
      </dgm:extLst>
    </dgm:pt>
    <dgm:pt modelId="{3259D555-9F73-4BDA-8B10-F9FF9D1C1ED6}" type="pres">
      <dgm:prSet presAssocID="{7F19A18A-3811-4BE4-8C25-6409AEBE4139}" presName="spaceRect" presStyleCnt="0"/>
      <dgm:spPr/>
    </dgm:pt>
    <dgm:pt modelId="{3A745E43-11E4-4557-B9C0-E141E45EA32A}" type="pres">
      <dgm:prSet presAssocID="{7F19A18A-3811-4BE4-8C25-6409AEBE4139}" presName="textRect" presStyleLbl="revTx" presStyleIdx="0" presStyleCnt="2">
        <dgm:presLayoutVars>
          <dgm:chMax val="1"/>
          <dgm:chPref val="1"/>
        </dgm:presLayoutVars>
      </dgm:prSet>
      <dgm:spPr/>
    </dgm:pt>
    <dgm:pt modelId="{CB2C6684-FDA9-4B39-9AF8-241C08216CAE}" type="pres">
      <dgm:prSet presAssocID="{7D1DD667-1BB6-423E-86C0-24CC8A9BD690}" presName="sibTrans" presStyleCnt="0"/>
      <dgm:spPr/>
    </dgm:pt>
    <dgm:pt modelId="{6619B34D-1FC0-46AD-ADD3-9FC1355DAF97}" type="pres">
      <dgm:prSet presAssocID="{950B280E-0C5E-4C1C-A589-8C19842C8D0D}" presName="compNode" presStyleCnt="0"/>
      <dgm:spPr/>
    </dgm:pt>
    <dgm:pt modelId="{D2F92E68-1D4F-4456-91FB-2F8A479F3689}" type="pres">
      <dgm:prSet presAssocID="{950B280E-0C5E-4C1C-A589-8C19842C8D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F0F88C58-F5EF-42DE-9992-45EDD10CA27A}" type="pres">
      <dgm:prSet presAssocID="{950B280E-0C5E-4C1C-A589-8C19842C8D0D}" presName="spaceRect" presStyleCnt="0"/>
      <dgm:spPr/>
    </dgm:pt>
    <dgm:pt modelId="{812A46B1-7C12-4421-B290-901E6D9096E4}" type="pres">
      <dgm:prSet presAssocID="{950B280E-0C5E-4C1C-A589-8C19842C8D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A8B702C-F7F8-4BAB-AF5A-2E3EB584C86C}" srcId="{CAAB5980-0878-4DFD-8351-9FF5F794D82E}" destId="{7F19A18A-3811-4BE4-8C25-6409AEBE4139}" srcOrd="0" destOrd="0" parTransId="{49E8EAE6-CA9E-402F-B29D-66E11B15F7B9}" sibTransId="{7D1DD667-1BB6-423E-86C0-24CC8A9BD690}"/>
    <dgm:cxn modelId="{E7ACD135-C16D-40EC-8985-4F42584DD789}" srcId="{CAAB5980-0878-4DFD-8351-9FF5F794D82E}" destId="{950B280E-0C5E-4C1C-A589-8C19842C8D0D}" srcOrd="1" destOrd="0" parTransId="{F3486443-1180-4108-B1E6-EB46BF2DDD58}" sibTransId="{2F9B87ED-E4B8-4990-8FEE-45EE25A599F1}"/>
    <dgm:cxn modelId="{9E01C060-1DF0-44F1-96BE-340B211418BF}" type="presOf" srcId="{7F19A18A-3811-4BE4-8C25-6409AEBE4139}" destId="{3A745E43-11E4-4557-B9C0-E141E45EA32A}" srcOrd="0" destOrd="0" presId="urn:microsoft.com/office/officeart/2018/2/layout/IconLabelList"/>
    <dgm:cxn modelId="{6B326F85-6B36-4CE5-8543-1D9C8AE0062E}" type="presOf" srcId="{CAAB5980-0878-4DFD-8351-9FF5F794D82E}" destId="{1699ABA7-3244-4749-968F-C05A51A4F179}" srcOrd="0" destOrd="0" presId="urn:microsoft.com/office/officeart/2018/2/layout/IconLabelList"/>
    <dgm:cxn modelId="{719748D0-C44D-44DB-9756-2D85258B6CD7}" type="presOf" srcId="{950B280E-0C5E-4C1C-A589-8C19842C8D0D}" destId="{812A46B1-7C12-4421-B290-901E6D9096E4}" srcOrd="0" destOrd="0" presId="urn:microsoft.com/office/officeart/2018/2/layout/IconLabelList"/>
    <dgm:cxn modelId="{F58AB46B-DE0D-41FA-81E5-1B45B2FC8749}" type="presParOf" srcId="{1699ABA7-3244-4749-968F-C05A51A4F179}" destId="{D819F77B-4033-4269-9D20-BB42D0916F6B}" srcOrd="0" destOrd="0" presId="urn:microsoft.com/office/officeart/2018/2/layout/IconLabelList"/>
    <dgm:cxn modelId="{1B421B6D-0913-4917-BFC9-9C626A1A6F25}" type="presParOf" srcId="{D819F77B-4033-4269-9D20-BB42D0916F6B}" destId="{103034AC-56F5-4B44-846C-73DD2E1C58E3}" srcOrd="0" destOrd="0" presId="urn:microsoft.com/office/officeart/2018/2/layout/IconLabelList"/>
    <dgm:cxn modelId="{FB48281A-64CD-43D8-8E14-0CEC1A8621CF}" type="presParOf" srcId="{D819F77B-4033-4269-9D20-BB42D0916F6B}" destId="{3259D555-9F73-4BDA-8B10-F9FF9D1C1ED6}" srcOrd="1" destOrd="0" presId="urn:microsoft.com/office/officeart/2018/2/layout/IconLabelList"/>
    <dgm:cxn modelId="{ADD4A236-CB19-4066-8520-0A3406703F97}" type="presParOf" srcId="{D819F77B-4033-4269-9D20-BB42D0916F6B}" destId="{3A745E43-11E4-4557-B9C0-E141E45EA32A}" srcOrd="2" destOrd="0" presId="urn:microsoft.com/office/officeart/2018/2/layout/IconLabelList"/>
    <dgm:cxn modelId="{8A5BE2F6-34E6-46ED-B12E-83C417479B45}" type="presParOf" srcId="{1699ABA7-3244-4749-968F-C05A51A4F179}" destId="{CB2C6684-FDA9-4B39-9AF8-241C08216CAE}" srcOrd="1" destOrd="0" presId="urn:microsoft.com/office/officeart/2018/2/layout/IconLabelList"/>
    <dgm:cxn modelId="{CAAA0A5B-CF7F-4CE4-A7D7-F126214E0AAF}" type="presParOf" srcId="{1699ABA7-3244-4749-968F-C05A51A4F179}" destId="{6619B34D-1FC0-46AD-ADD3-9FC1355DAF97}" srcOrd="2" destOrd="0" presId="urn:microsoft.com/office/officeart/2018/2/layout/IconLabelList"/>
    <dgm:cxn modelId="{9DC7BB5D-77FE-4EC0-94BF-4F9FB1448712}" type="presParOf" srcId="{6619B34D-1FC0-46AD-ADD3-9FC1355DAF97}" destId="{D2F92E68-1D4F-4456-91FB-2F8A479F3689}" srcOrd="0" destOrd="0" presId="urn:microsoft.com/office/officeart/2018/2/layout/IconLabelList"/>
    <dgm:cxn modelId="{C19B39DB-4C74-49FF-B346-B3B0A1B3E45E}" type="presParOf" srcId="{6619B34D-1FC0-46AD-ADD3-9FC1355DAF97}" destId="{F0F88C58-F5EF-42DE-9992-45EDD10CA27A}" srcOrd="1" destOrd="0" presId="urn:microsoft.com/office/officeart/2018/2/layout/IconLabelList"/>
    <dgm:cxn modelId="{94D3E02A-7DE7-430E-BBDB-4F79E1C3ECFB}" type="presParOf" srcId="{6619B34D-1FC0-46AD-ADD3-9FC1355DAF97}" destId="{812A46B1-7C12-4421-B290-901E6D9096E4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034AC-56F5-4B44-846C-73DD2E1C58E3}">
      <dsp:nvSpPr>
        <dsp:cNvPr id="0" name=""/>
        <dsp:cNvSpPr/>
      </dsp:nvSpPr>
      <dsp:spPr>
        <a:xfrm>
          <a:off x="1900200" y="19785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45E43-11E4-4557-B9C0-E141E45EA32A}">
      <dsp:nvSpPr>
        <dsp:cNvPr id="0" name=""/>
        <dsp:cNvSpPr/>
      </dsp:nvSpPr>
      <dsp:spPr>
        <a:xfrm>
          <a:off x="712199" y="261220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Median Win Percentage is 52.09%</a:t>
          </a:r>
        </a:p>
      </dsp:txBody>
      <dsp:txXfrm>
        <a:off x="712199" y="2612207"/>
        <a:ext cx="4320000" cy="720000"/>
      </dsp:txXfrm>
    </dsp:sp>
    <dsp:sp modelId="{D2F92E68-1D4F-4456-91FB-2F8A479F3689}">
      <dsp:nvSpPr>
        <dsp:cNvPr id="0" name=""/>
        <dsp:cNvSpPr/>
      </dsp:nvSpPr>
      <dsp:spPr>
        <a:xfrm>
          <a:off x="6976200" y="19785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46B1-7C12-4421-B290-901E6D9096E4}">
      <dsp:nvSpPr>
        <dsp:cNvPr id="0" name=""/>
        <dsp:cNvSpPr/>
      </dsp:nvSpPr>
      <dsp:spPr>
        <a:xfrm>
          <a:off x="5788200" y="261220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Iowa’s is 68.1%</a:t>
          </a:r>
        </a:p>
      </dsp:txBody>
      <dsp:txXfrm>
        <a:off x="5788200" y="2612207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FB954-9EEF-4066-9944-4878242E706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875C-9068-4E3A-A084-8798A05B5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875C-9068-4E3A-A084-8798A05B51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0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0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7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1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7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1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91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4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8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17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9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03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80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5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1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048E-CC0C-4803-95C5-DC3A91AF7B00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08C3C-08D4-4A24-9C6E-1632CE0C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75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E316-2B49-448A-7DC9-7BC175DF5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College Football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6AAA9C-60A1-6D72-0B02-4C421E11C3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JAKE BERGEN</a:t>
            </a:r>
          </a:p>
        </p:txBody>
      </p:sp>
    </p:spTree>
    <p:extLst>
      <p:ext uri="{BB962C8B-B14F-4D97-AF65-F5344CB8AC3E}">
        <p14:creationId xmlns:p14="http://schemas.microsoft.com/office/powerpoint/2010/main" val="3355192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6D04-3454-3DC8-CBB7-B55D6318E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EC22C-0E93-BE73-9145-D28DA9697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US" sz="1600"/>
              <a:t>What makes college football teams win?</a:t>
            </a:r>
          </a:p>
          <a:p>
            <a:r>
              <a:rPr lang="en-US" sz="1600"/>
              <a:t>Why is offense import?</a:t>
            </a:r>
          </a:p>
          <a:p>
            <a:r>
              <a:rPr lang="en-US" sz="1600"/>
              <a:t>Is offense all that’s important?</a:t>
            </a:r>
          </a:p>
          <a:p>
            <a:r>
              <a:rPr lang="en-US" sz="1600"/>
              <a:t>Are there any teams that win differently?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otball line of scrimmage">
            <a:extLst>
              <a:ext uri="{FF2B5EF4-FFF2-40B4-BE49-F238E27FC236}">
                <a16:creationId xmlns:a16="http://schemas.microsoft.com/office/drawing/2014/main" id="{712A89C0-2A4E-9C69-4365-52DED82B5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32" r="7874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74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1DF8E-DD27-EA78-1C77-EA8B9E3B9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6260"/>
            <a:ext cx="12192001" cy="69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4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DF12-678F-CFC9-0215-5A46B60A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7645F-CA10-B69B-4B87-C30023A71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4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1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FFF1-386B-4BE8-576D-B328CDE2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89" y="202242"/>
            <a:ext cx="8610600" cy="1293028"/>
          </a:xfrm>
        </p:spPr>
        <p:txBody>
          <a:bodyPr/>
          <a:lstStyle/>
          <a:p>
            <a:r>
              <a:rPr lang="en-US" dirty="0"/>
              <a:t>Offensive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F57D6-84C1-A292-1DE7-7D4245E84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9730"/>
            <a:ext cx="6093875" cy="5178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0D702-3A6C-D61C-CD14-7DD1AADA5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551" y="1679730"/>
            <a:ext cx="6093876" cy="517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8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3AA2-FB36-E552-E3E6-389A9A00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314668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Best VS Worst Offense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83828-F59C-50C0-E2E9-573365B97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83" y="2186430"/>
            <a:ext cx="6898822" cy="4024313"/>
          </a:xfrm>
          <a:prstGeom prst="rect">
            <a:avLst/>
          </a:prstGeom>
        </p:spPr>
      </p:pic>
      <p:pic>
        <p:nvPicPr>
          <p:cNvPr id="1026" name="Picture 2" descr="Liberty University Football Logo">
            <a:extLst>
              <a:ext uri="{FF2B5EF4-FFF2-40B4-BE49-F238E27FC236}">
                <a16:creationId xmlns:a16="http://schemas.microsoft.com/office/drawing/2014/main" id="{8FEEB0C4-A973-6DD4-5696-C35E6F25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2877" y="146985"/>
            <a:ext cx="2800125" cy="175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KedOLQEbKYxSW15dUfZJmyBOaOF7e4zfvXI1taXh3mHYQ=s900-c-k-c0x00ffffff-no-rj">
            <a:extLst>
              <a:ext uri="{FF2B5EF4-FFF2-40B4-BE49-F238E27FC236}">
                <a16:creationId xmlns:a16="http://schemas.microsoft.com/office/drawing/2014/main" id="{D33054E0-84C4-6E66-F5C1-5930CD80E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817" y="139627"/>
            <a:ext cx="2046803" cy="2046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4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7D9E-28EA-FA93-56FD-593DB7F5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162" y="355836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How to be better offensively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F16AA-77C6-B2DF-7406-D3A183760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53" y="1811940"/>
            <a:ext cx="7731418" cy="450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1C63-F03E-38C3-6F72-CCC250FE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941" y="639315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IOWA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A2615B3-D697-ADA9-3EEB-C246FA04D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785" y="2193925"/>
            <a:ext cx="9198429" cy="4024313"/>
          </a:xfrm>
          <a:prstGeom prst="rect">
            <a:avLst/>
          </a:prstGeom>
        </p:spPr>
      </p:pic>
      <p:sp>
        <p:nvSpPr>
          <p:cNvPr id="3" name="AutoShape 2" descr="Iowa Hawkeyes full logo transparent PNG - StickPNG">
            <a:extLst>
              <a:ext uri="{FF2B5EF4-FFF2-40B4-BE49-F238E27FC236}">
                <a16:creationId xmlns:a16="http://schemas.microsoft.com/office/drawing/2014/main" id="{DF1CD587-B66B-3CAE-96AA-BD8C936236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🔥 [50+] Iowa Hawkeye Wallpapers Screensavers | WallpaperSafari">
            <a:extLst>
              <a:ext uri="{FF2B5EF4-FFF2-40B4-BE49-F238E27FC236}">
                <a16:creationId xmlns:a16="http://schemas.microsoft.com/office/drawing/2014/main" id="{F8A1117F-DCBF-345D-B748-719C8C92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662" y="385130"/>
            <a:ext cx="2061876" cy="154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42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CE53-7AA0-B96F-5431-B82A677D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dirty="0"/>
              <a:t>WIN PERCENTAGE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AB4781-8E8D-8D81-C926-D0A672002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709183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6" descr="🔥 [50+] Iowa Hawkeye Wallpapers Screensavers | WallpaperSafari">
            <a:extLst>
              <a:ext uri="{FF2B5EF4-FFF2-40B4-BE49-F238E27FC236}">
                <a16:creationId xmlns:a16="http://schemas.microsoft.com/office/drawing/2014/main" id="{0E9A6B8A-7F48-F6FD-82FB-C7045762E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935" y="2658869"/>
            <a:ext cx="2525302" cy="1894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41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045E-86D8-F178-F55A-5251FF28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731243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Iowa vs Nebraska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8104A5-492A-B867-1588-DA822D386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176" y="1801825"/>
            <a:ext cx="8046395" cy="4693731"/>
          </a:xfrm>
          <a:prstGeom prst="rect">
            <a:avLst/>
          </a:prstGeom>
        </p:spPr>
      </p:pic>
      <p:pic>
        <p:nvPicPr>
          <p:cNvPr id="3074" name="Picture 2" descr="🔥 [50+] Iowa Hawkeye Wallpapers Screensavers | WallpaperSafari">
            <a:extLst>
              <a:ext uri="{FF2B5EF4-FFF2-40B4-BE49-F238E27FC236}">
                <a16:creationId xmlns:a16="http://schemas.microsoft.com/office/drawing/2014/main" id="{E0AD162E-811E-B550-E014-FBE5053C7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05" y="145334"/>
            <a:ext cx="2017490" cy="1513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n by Laine Greblunas on nebraska life | Nebraska cornhuskers, Nebraska, Blackshirts">
            <a:extLst>
              <a:ext uri="{FF2B5EF4-FFF2-40B4-BE49-F238E27FC236}">
                <a16:creationId xmlns:a16="http://schemas.microsoft.com/office/drawing/2014/main" id="{52D238D2-D2C5-A2FC-2B85-E1406C16D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876" y="145334"/>
            <a:ext cx="2264288" cy="14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1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5160-FB9B-1CE7-188D-9321428C2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112ADE-A8F0-F93D-E71A-0BAAC2C37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42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76A8-3F01-5C0D-B40B-3DE65526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592095"/>
            <a:ext cx="8610600" cy="1293028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A6AF-4F59-1DC0-CA42-811D9D520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99927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3237</TotalTime>
  <Words>62</Words>
  <Application>Microsoft Office PowerPoint</Application>
  <PresentationFormat>Widescreen</PresentationFormat>
  <Paragraphs>17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Vapor Trail</vt:lpstr>
      <vt:lpstr>College Football</vt:lpstr>
      <vt:lpstr>Overview</vt:lpstr>
      <vt:lpstr>PowerPoint Presentation</vt:lpstr>
      <vt:lpstr>PowerPoint Presentation</vt:lpstr>
      <vt:lpstr>Offensive Statistics</vt:lpstr>
      <vt:lpstr>Best VS Worst Offense</vt:lpstr>
      <vt:lpstr>How to be better offensively</vt:lpstr>
      <vt:lpstr>IOWA</vt:lpstr>
      <vt:lpstr>WIN PERCENTAGE</vt:lpstr>
      <vt:lpstr>Iowa vs Nebraska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bergen</dc:creator>
  <cp:lastModifiedBy>jake bergen</cp:lastModifiedBy>
  <cp:revision>11</cp:revision>
  <dcterms:created xsi:type="dcterms:W3CDTF">2026-03-03T19:32:01Z</dcterms:created>
  <dcterms:modified xsi:type="dcterms:W3CDTF">2026-03-06T22:41:27Z</dcterms:modified>
</cp:coreProperties>
</file>