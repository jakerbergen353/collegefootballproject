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5"/>
  </p:notes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8" r:id="rId13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85" d="100"/>
          <a:sy n="85" d="100"/>
        </p:scale>
        <p:origin x="76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AAB5980-0878-4DFD-8351-9FF5F794D82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F19A18A-3811-4BE4-8C25-6409AEBE4139}">
      <dgm:prSet/>
      <dgm:spPr/>
      <dgm:t>
        <a:bodyPr/>
        <a:lstStyle/>
        <a:p>
          <a:r>
            <a:rPr lang="en-US"/>
            <a:t>Median Win Percentage is 52.09%</a:t>
          </a:r>
        </a:p>
      </dgm:t>
    </dgm:pt>
    <dgm:pt modelId="{49E8EAE6-CA9E-402F-B29D-66E11B15F7B9}" type="parTrans" cxnId="{6A8B702C-F7F8-4BAB-AF5A-2E3EB584C86C}">
      <dgm:prSet/>
      <dgm:spPr/>
      <dgm:t>
        <a:bodyPr/>
        <a:lstStyle/>
        <a:p>
          <a:endParaRPr lang="en-US"/>
        </a:p>
      </dgm:t>
    </dgm:pt>
    <dgm:pt modelId="{7D1DD667-1BB6-423E-86C0-24CC8A9BD690}" type="sibTrans" cxnId="{6A8B702C-F7F8-4BAB-AF5A-2E3EB584C86C}">
      <dgm:prSet/>
      <dgm:spPr/>
      <dgm:t>
        <a:bodyPr/>
        <a:lstStyle/>
        <a:p>
          <a:endParaRPr lang="en-US"/>
        </a:p>
      </dgm:t>
    </dgm:pt>
    <dgm:pt modelId="{950B280E-0C5E-4C1C-A589-8C19842C8D0D}">
      <dgm:prSet/>
      <dgm:spPr/>
      <dgm:t>
        <a:bodyPr/>
        <a:lstStyle/>
        <a:p>
          <a:r>
            <a:rPr lang="en-US"/>
            <a:t>Iowa’s is 68.03%</a:t>
          </a:r>
        </a:p>
      </dgm:t>
    </dgm:pt>
    <dgm:pt modelId="{F3486443-1180-4108-B1E6-EB46BF2DDD58}" type="parTrans" cxnId="{E7ACD135-C16D-40EC-8985-4F42584DD789}">
      <dgm:prSet/>
      <dgm:spPr/>
      <dgm:t>
        <a:bodyPr/>
        <a:lstStyle/>
        <a:p>
          <a:endParaRPr lang="en-US"/>
        </a:p>
      </dgm:t>
    </dgm:pt>
    <dgm:pt modelId="{2F9B87ED-E4B8-4990-8FEE-45EE25A599F1}" type="sibTrans" cxnId="{E7ACD135-C16D-40EC-8985-4F42584DD789}">
      <dgm:prSet/>
      <dgm:spPr/>
      <dgm:t>
        <a:bodyPr/>
        <a:lstStyle/>
        <a:p>
          <a:endParaRPr lang="en-US"/>
        </a:p>
      </dgm:t>
    </dgm:pt>
    <dgm:pt modelId="{1699ABA7-3244-4749-968F-C05A51A4F179}" type="pres">
      <dgm:prSet presAssocID="{CAAB5980-0878-4DFD-8351-9FF5F794D82E}" presName="root" presStyleCnt="0">
        <dgm:presLayoutVars>
          <dgm:dir/>
          <dgm:resizeHandles val="exact"/>
        </dgm:presLayoutVars>
      </dgm:prSet>
      <dgm:spPr/>
    </dgm:pt>
    <dgm:pt modelId="{D819F77B-4033-4269-9D20-BB42D0916F6B}" type="pres">
      <dgm:prSet presAssocID="{7F19A18A-3811-4BE4-8C25-6409AEBE4139}" presName="compNode" presStyleCnt="0"/>
      <dgm:spPr/>
    </dgm:pt>
    <dgm:pt modelId="{103034AC-56F5-4B44-846C-73DD2E1C58E3}" type="pres">
      <dgm:prSet presAssocID="{7F19A18A-3811-4BE4-8C25-6409AEBE413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dal"/>
        </a:ext>
      </dgm:extLst>
    </dgm:pt>
    <dgm:pt modelId="{3259D555-9F73-4BDA-8B10-F9FF9D1C1ED6}" type="pres">
      <dgm:prSet presAssocID="{7F19A18A-3811-4BE4-8C25-6409AEBE4139}" presName="spaceRect" presStyleCnt="0"/>
      <dgm:spPr/>
    </dgm:pt>
    <dgm:pt modelId="{3A745E43-11E4-4557-B9C0-E141E45EA32A}" type="pres">
      <dgm:prSet presAssocID="{7F19A18A-3811-4BE4-8C25-6409AEBE4139}" presName="textRect" presStyleLbl="revTx" presStyleIdx="0" presStyleCnt="2">
        <dgm:presLayoutVars>
          <dgm:chMax val="1"/>
          <dgm:chPref val="1"/>
        </dgm:presLayoutVars>
      </dgm:prSet>
      <dgm:spPr/>
    </dgm:pt>
    <dgm:pt modelId="{CB2C6684-FDA9-4B39-9AF8-241C08216CAE}" type="pres">
      <dgm:prSet presAssocID="{7D1DD667-1BB6-423E-86C0-24CC8A9BD690}" presName="sibTrans" presStyleCnt="0"/>
      <dgm:spPr/>
    </dgm:pt>
    <dgm:pt modelId="{6619B34D-1FC0-46AD-ADD3-9FC1355DAF97}" type="pres">
      <dgm:prSet presAssocID="{950B280E-0C5E-4C1C-A589-8C19842C8D0D}" presName="compNode" presStyleCnt="0"/>
      <dgm:spPr/>
    </dgm:pt>
    <dgm:pt modelId="{D2F92E68-1D4F-4456-91FB-2F8A479F3689}" type="pres">
      <dgm:prSet presAssocID="{950B280E-0C5E-4C1C-A589-8C19842C8D0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pcake"/>
        </a:ext>
      </dgm:extLst>
    </dgm:pt>
    <dgm:pt modelId="{F0F88C58-F5EF-42DE-9992-45EDD10CA27A}" type="pres">
      <dgm:prSet presAssocID="{950B280E-0C5E-4C1C-A589-8C19842C8D0D}" presName="spaceRect" presStyleCnt="0"/>
      <dgm:spPr/>
    </dgm:pt>
    <dgm:pt modelId="{812A46B1-7C12-4421-B290-901E6D9096E4}" type="pres">
      <dgm:prSet presAssocID="{950B280E-0C5E-4C1C-A589-8C19842C8D0D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6A8B702C-F7F8-4BAB-AF5A-2E3EB584C86C}" srcId="{CAAB5980-0878-4DFD-8351-9FF5F794D82E}" destId="{7F19A18A-3811-4BE4-8C25-6409AEBE4139}" srcOrd="0" destOrd="0" parTransId="{49E8EAE6-CA9E-402F-B29D-66E11B15F7B9}" sibTransId="{7D1DD667-1BB6-423E-86C0-24CC8A9BD690}"/>
    <dgm:cxn modelId="{E7ACD135-C16D-40EC-8985-4F42584DD789}" srcId="{CAAB5980-0878-4DFD-8351-9FF5F794D82E}" destId="{950B280E-0C5E-4C1C-A589-8C19842C8D0D}" srcOrd="1" destOrd="0" parTransId="{F3486443-1180-4108-B1E6-EB46BF2DDD58}" sibTransId="{2F9B87ED-E4B8-4990-8FEE-45EE25A599F1}"/>
    <dgm:cxn modelId="{9E01C060-1DF0-44F1-96BE-340B211418BF}" type="presOf" srcId="{7F19A18A-3811-4BE4-8C25-6409AEBE4139}" destId="{3A745E43-11E4-4557-B9C0-E141E45EA32A}" srcOrd="0" destOrd="0" presId="urn:microsoft.com/office/officeart/2018/2/layout/IconLabelList"/>
    <dgm:cxn modelId="{6B326F85-6B36-4CE5-8543-1D9C8AE0062E}" type="presOf" srcId="{CAAB5980-0878-4DFD-8351-9FF5F794D82E}" destId="{1699ABA7-3244-4749-968F-C05A51A4F179}" srcOrd="0" destOrd="0" presId="urn:microsoft.com/office/officeart/2018/2/layout/IconLabelList"/>
    <dgm:cxn modelId="{719748D0-C44D-44DB-9756-2D85258B6CD7}" type="presOf" srcId="{950B280E-0C5E-4C1C-A589-8C19842C8D0D}" destId="{812A46B1-7C12-4421-B290-901E6D9096E4}" srcOrd="0" destOrd="0" presId="urn:microsoft.com/office/officeart/2018/2/layout/IconLabelList"/>
    <dgm:cxn modelId="{F58AB46B-DE0D-41FA-81E5-1B45B2FC8749}" type="presParOf" srcId="{1699ABA7-3244-4749-968F-C05A51A4F179}" destId="{D819F77B-4033-4269-9D20-BB42D0916F6B}" srcOrd="0" destOrd="0" presId="urn:microsoft.com/office/officeart/2018/2/layout/IconLabelList"/>
    <dgm:cxn modelId="{1B421B6D-0913-4917-BFC9-9C626A1A6F25}" type="presParOf" srcId="{D819F77B-4033-4269-9D20-BB42D0916F6B}" destId="{103034AC-56F5-4B44-846C-73DD2E1C58E3}" srcOrd="0" destOrd="0" presId="urn:microsoft.com/office/officeart/2018/2/layout/IconLabelList"/>
    <dgm:cxn modelId="{FB48281A-64CD-43D8-8E14-0CEC1A8621CF}" type="presParOf" srcId="{D819F77B-4033-4269-9D20-BB42D0916F6B}" destId="{3259D555-9F73-4BDA-8B10-F9FF9D1C1ED6}" srcOrd="1" destOrd="0" presId="urn:microsoft.com/office/officeart/2018/2/layout/IconLabelList"/>
    <dgm:cxn modelId="{ADD4A236-CB19-4066-8520-0A3406703F97}" type="presParOf" srcId="{D819F77B-4033-4269-9D20-BB42D0916F6B}" destId="{3A745E43-11E4-4557-B9C0-E141E45EA32A}" srcOrd="2" destOrd="0" presId="urn:microsoft.com/office/officeart/2018/2/layout/IconLabelList"/>
    <dgm:cxn modelId="{8A5BE2F6-34E6-46ED-B12E-83C417479B45}" type="presParOf" srcId="{1699ABA7-3244-4749-968F-C05A51A4F179}" destId="{CB2C6684-FDA9-4B39-9AF8-241C08216CAE}" srcOrd="1" destOrd="0" presId="urn:microsoft.com/office/officeart/2018/2/layout/IconLabelList"/>
    <dgm:cxn modelId="{CAAA0A5B-CF7F-4CE4-A7D7-F126214E0AAF}" type="presParOf" srcId="{1699ABA7-3244-4749-968F-C05A51A4F179}" destId="{6619B34D-1FC0-46AD-ADD3-9FC1355DAF97}" srcOrd="2" destOrd="0" presId="urn:microsoft.com/office/officeart/2018/2/layout/IconLabelList"/>
    <dgm:cxn modelId="{9DC7BB5D-77FE-4EC0-94BF-4F9FB1448712}" type="presParOf" srcId="{6619B34D-1FC0-46AD-ADD3-9FC1355DAF97}" destId="{D2F92E68-1D4F-4456-91FB-2F8A479F3689}" srcOrd="0" destOrd="0" presId="urn:microsoft.com/office/officeart/2018/2/layout/IconLabelList"/>
    <dgm:cxn modelId="{C19B39DB-4C74-49FF-B346-B3B0A1B3E45E}" type="presParOf" srcId="{6619B34D-1FC0-46AD-ADD3-9FC1355DAF97}" destId="{F0F88C58-F5EF-42DE-9992-45EDD10CA27A}" srcOrd="1" destOrd="0" presId="urn:microsoft.com/office/officeart/2018/2/layout/IconLabelList"/>
    <dgm:cxn modelId="{94D3E02A-7DE7-430E-BBDB-4F79E1C3ECFB}" type="presParOf" srcId="{6619B34D-1FC0-46AD-ADD3-9FC1355DAF97}" destId="{812A46B1-7C12-4421-B290-901E6D9096E4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3034AC-56F5-4B44-846C-73DD2E1C58E3}">
      <dsp:nvSpPr>
        <dsp:cNvPr id="0" name=""/>
        <dsp:cNvSpPr/>
      </dsp:nvSpPr>
      <dsp:spPr>
        <a:xfrm>
          <a:off x="1900200" y="197854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745E43-11E4-4557-B9C0-E141E45EA32A}">
      <dsp:nvSpPr>
        <dsp:cNvPr id="0" name=""/>
        <dsp:cNvSpPr/>
      </dsp:nvSpPr>
      <dsp:spPr>
        <a:xfrm>
          <a:off x="712199" y="261220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Median Win Percentage is 52.09%</a:t>
          </a:r>
        </a:p>
      </dsp:txBody>
      <dsp:txXfrm>
        <a:off x="712199" y="2612207"/>
        <a:ext cx="4320000" cy="720000"/>
      </dsp:txXfrm>
    </dsp:sp>
    <dsp:sp modelId="{D2F92E68-1D4F-4456-91FB-2F8A479F3689}">
      <dsp:nvSpPr>
        <dsp:cNvPr id="0" name=""/>
        <dsp:cNvSpPr/>
      </dsp:nvSpPr>
      <dsp:spPr>
        <a:xfrm>
          <a:off x="6976200" y="197854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2A46B1-7C12-4421-B290-901E6D9096E4}">
      <dsp:nvSpPr>
        <dsp:cNvPr id="0" name=""/>
        <dsp:cNvSpPr/>
      </dsp:nvSpPr>
      <dsp:spPr>
        <a:xfrm>
          <a:off x="5788200" y="261220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Iowa’s is 68.03%</a:t>
          </a:r>
        </a:p>
      </dsp:txBody>
      <dsp:txXfrm>
        <a:off x="5788200" y="2612207"/>
        <a:ext cx="432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FB954-9EEF-4066-9944-4878242E7067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7875C-9068-4E3A-A084-8798A05B5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503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7875C-9068-4E3A-A084-8798A05B51C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8561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904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2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178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319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8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616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91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346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480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634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33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176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499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03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800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9156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11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2753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AE316-2B49-448A-7DC9-7BC175DF55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College Football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6AAA9C-60A1-6D72-0B02-4C421E11C3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JAKE BERGEN</a:t>
            </a:r>
          </a:p>
        </p:txBody>
      </p:sp>
    </p:spTree>
    <p:extLst>
      <p:ext uri="{BB962C8B-B14F-4D97-AF65-F5344CB8AC3E}">
        <p14:creationId xmlns:p14="http://schemas.microsoft.com/office/powerpoint/2010/main" val="33551921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6D04-3454-3DC8-CBB7-B55D6318E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764373"/>
            <a:ext cx="3977639" cy="1600200"/>
          </a:xfrm>
        </p:spPr>
        <p:txBody>
          <a:bodyPr anchor="b">
            <a:normAutofit/>
          </a:bodyPr>
          <a:lstStyle/>
          <a:p>
            <a:pPr algn="l"/>
            <a:r>
              <a:rPr lang="en-US" sz="320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C22C-0E93-BE73-9145-D28DA9697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64573"/>
            <a:ext cx="3977639" cy="3854112"/>
          </a:xfrm>
        </p:spPr>
        <p:txBody>
          <a:bodyPr>
            <a:normAutofit/>
          </a:bodyPr>
          <a:lstStyle/>
          <a:p>
            <a:r>
              <a:rPr lang="en-US" sz="1600"/>
              <a:t>What makes college football teams win?</a:t>
            </a:r>
          </a:p>
          <a:p>
            <a:r>
              <a:rPr lang="en-US" sz="1600"/>
              <a:t>Why is offense import?</a:t>
            </a:r>
          </a:p>
          <a:p>
            <a:r>
              <a:rPr lang="en-US" sz="1600"/>
              <a:t>Is offense all that’s important?</a:t>
            </a:r>
          </a:p>
          <a:p>
            <a:r>
              <a:rPr lang="en-US" sz="1600"/>
              <a:t>Are there any teams that win differently?</a:t>
            </a: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D25211A-4CA0-4B53-82BB-1EE7C7F3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51379" y="0"/>
            <a:ext cx="72406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Football line of scrimmage">
            <a:extLst>
              <a:ext uri="{FF2B5EF4-FFF2-40B4-BE49-F238E27FC236}">
                <a16:creationId xmlns:a16="http://schemas.microsoft.com/office/drawing/2014/main" id="{712A89C0-2A4E-9C69-4365-52DED82B51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332" r="7874"/>
          <a:stretch>
            <a:fillRect/>
          </a:stretch>
        </p:blipFill>
        <p:spPr>
          <a:xfrm>
            <a:off x="5304147" y="10"/>
            <a:ext cx="6887853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374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E1DF8E-DD27-EA78-1C77-EA8B9E3B9A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66260"/>
            <a:ext cx="12192001" cy="692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246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ADF12-678F-CFC9-0215-5A46B60AB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97645F-CA10-B69B-4B87-C30023A71E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4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411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0FFF1-386B-4BE8-576D-B328CDE26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889" y="202242"/>
            <a:ext cx="8610600" cy="1293028"/>
          </a:xfrm>
        </p:spPr>
        <p:txBody>
          <a:bodyPr/>
          <a:lstStyle/>
          <a:p>
            <a:r>
              <a:rPr lang="en-US" dirty="0"/>
              <a:t>Offensive Statistics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4F57D6-84C1-A292-1DE7-7D4245E84A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9730"/>
            <a:ext cx="6093875" cy="5178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30D702-3A6C-D61C-CD14-7DD1AADA5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551" y="1679730"/>
            <a:ext cx="6093876" cy="5178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786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D3AA2-FB36-E552-E3E6-389A9A008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314668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Best VS Worst Offense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383828-F59C-50C0-E2E9-573365B97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183" y="2186430"/>
            <a:ext cx="6898822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43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E7D9E-28EA-FA93-56FD-593DB7F52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6162" y="355836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How to be better offensively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4F16AA-77C6-B2DF-7406-D3A183760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5753" y="1811940"/>
            <a:ext cx="7731418" cy="450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44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61C63-F03E-38C3-6F72-CCC250FE0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3941" y="639315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IOWA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A2615B3-D697-ADA9-3EEB-C246FA04DA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6785" y="2193925"/>
            <a:ext cx="9198429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428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FCE53-7AA0-B96F-5431-B82A677D1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en-US" dirty="0"/>
              <a:t>WIN PERCENTAGE</a:t>
            </a: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0AB4781-8E8D-8D81-C926-D0A6720028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03818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23411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3045E-86D8-F178-F55A-5251FF28A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731243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Iowa vs </a:t>
            </a:r>
            <a:r>
              <a:rPr lang="en-US" dirty="0" err="1"/>
              <a:t>nebraska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D8104A5-492A-B867-1588-DA822D386C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176" y="1801825"/>
            <a:ext cx="8046395" cy="469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013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25160-FB9B-1CE7-188D-9321428C2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112ADE-A8F0-F93D-E71A-0BAAC2C37C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542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CECBD-1E29-2A6F-98A8-D724FAB3F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85920D5-5D9E-81F0-1868-F7AE43AAB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3590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C76A8-3F01-5C0D-B40B-3DE655269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592095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4A6AF-4F59-1DC0-CA42-811D9D5207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99927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1360</TotalTime>
  <Words>62</Words>
  <Application>Microsoft Office PowerPoint</Application>
  <PresentationFormat>Widescreen</PresentationFormat>
  <Paragraphs>17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Century Gothic</vt:lpstr>
      <vt:lpstr>Vapor Trail</vt:lpstr>
      <vt:lpstr>College Football</vt:lpstr>
      <vt:lpstr>Overview</vt:lpstr>
      <vt:lpstr>PowerPoint Presentation</vt:lpstr>
      <vt:lpstr>PowerPoint Presentation</vt:lpstr>
      <vt:lpstr>Offensive Statistics</vt:lpstr>
      <vt:lpstr>Best VS Worst Offense</vt:lpstr>
      <vt:lpstr>How to be better offensively</vt:lpstr>
      <vt:lpstr>IOWA</vt:lpstr>
      <vt:lpstr>WIN PERCENTAGE</vt:lpstr>
      <vt:lpstr>Iowa vs nebraska</vt:lpstr>
      <vt:lpstr>PowerPoint Presentation</vt:lpstr>
      <vt:lpstr>PowerPoint Presentation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bergen</dc:creator>
  <cp:lastModifiedBy>jake bergen</cp:lastModifiedBy>
  <cp:revision>7</cp:revision>
  <dcterms:created xsi:type="dcterms:W3CDTF">2026-03-03T19:32:01Z</dcterms:created>
  <dcterms:modified xsi:type="dcterms:W3CDTF">2026-03-05T15:24:58Z</dcterms:modified>
</cp:coreProperties>
</file>