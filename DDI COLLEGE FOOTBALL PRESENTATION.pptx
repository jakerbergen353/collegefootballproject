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904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2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178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319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616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91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46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480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34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33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176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9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80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9156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1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2753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E316-2B49-448A-7DC9-7BC175DF5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College Football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6AAA9C-60A1-6D72-0B02-4C421E11C3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JAKE BERGEN</a:t>
            </a:r>
          </a:p>
        </p:txBody>
      </p:sp>
    </p:spTree>
    <p:extLst>
      <p:ext uri="{BB962C8B-B14F-4D97-AF65-F5344CB8AC3E}">
        <p14:creationId xmlns:p14="http://schemas.microsoft.com/office/powerpoint/2010/main" val="33551921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6D04-3454-3DC8-CBB7-B55D6318E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C22C-0E93-BE73-9145-D28DA9697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makes college football teams win?</a:t>
            </a:r>
          </a:p>
          <a:p>
            <a:r>
              <a:rPr lang="en-US" dirty="0"/>
              <a:t>Why is offense import?</a:t>
            </a:r>
          </a:p>
          <a:p>
            <a:r>
              <a:rPr lang="en-US" dirty="0"/>
              <a:t>Is offense all that’s important?</a:t>
            </a:r>
          </a:p>
          <a:p>
            <a:r>
              <a:rPr lang="en-US" dirty="0"/>
              <a:t>Are there any teams that win differently?</a:t>
            </a:r>
          </a:p>
        </p:txBody>
      </p:sp>
    </p:spTree>
    <p:extLst>
      <p:ext uri="{BB962C8B-B14F-4D97-AF65-F5344CB8AC3E}">
        <p14:creationId xmlns:p14="http://schemas.microsoft.com/office/powerpoint/2010/main" val="3307374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1DF8E-DD27-EA78-1C77-EA8B9E3B9A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66260"/>
            <a:ext cx="12192001" cy="692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246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ADF12-678F-CFC9-0215-5A46B60AB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97645F-CA10-B69B-4B87-C30023A71E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411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FFF1-386B-4BE8-576D-B328CDE26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889" y="202242"/>
            <a:ext cx="8610600" cy="1293028"/>
          </a:xfrm>
        </p:spPr>
        <p:txBody>
          <a:bodyPr/>
          <a:lstStyle/>
          <a:p>
            <a:r>
              <a:rPr lang="en-US" dirty="0"/>
              <a:t>Offensive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4F57D6-84C1-A292-1DE7-7D4245E84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9730"/>
            <a:ext cx="6093875" cy="5178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30D702-3A6C-D61C-CD14-7DD1AADA5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551" y="1679730"/>
            <a:ext cx="6093876" cy="5178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86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D3AA2-FB36-E552-E3E6-389A9A008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314668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Best VS Worst Offense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383828-F59C-50C0-E2E9-573365B97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183" y="2186430"/>
            <a:ext cx="6898822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4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E7D9E-28EA-FA93-56FD-593DB7F5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6162" y="355836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How to be better offensively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4F16AA-77C6-B2DF-7406-D3A183760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5753" y="1811940"/>
            <a:ext cx="7731418" cy="450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4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1C63-F03E-38C3-6F72-CCC250FE0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941" y="63931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A2615B3-D697-ADA9-3EEB-C246FA04D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785" y="2193925"/>
            <a:ext cx="9198429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42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FCE53-7AA0-B96F-5431-B82A677D1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63931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WIN PERCENTAGE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BE363-136E-6CD3-E649-453F7876F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Median Win Percentage is 52.09%</a:t>
            </a:r>
          </a:p>
          <a:p>
            <a:r>
              <a:rPr lang="en-US" dirty="0"/>
              <a:t>Iowa’s is 68.03%</a:t>
            </a:r>
          </a:p>
        </p:txBody>
      </p:sp>
    </p:spTree>
    <p:extLst>
      <p:ext uri="{BB962C8B-B14F-4D97-AF65-F5344CB8AC3E}">
        <p14:creationId xmlns:p14="http://schemas.microsoft.com/office/powerpoint/2010/main" val="1523411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3045E-86D8-F178-F55A-5251FF28A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731243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 vs </a:t>
            </a:r>
            <a:r>
              <a:rPr lang="en-US" dirty="0" err="1"/>
              <a:t>nebraska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D8104A5-492A-B867-1588-DA822D386C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176" y="1801825"/>
            <a:ext cx="8046395" cy="469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13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76A8-3F01-5C0D-B40B-3DE655269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59209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A6AF-4F59-1DC0-CA42-811D9D520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9927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271</TotalTime>
  <Words>61</Words>
  <Application>Microsoft Office PowerPoint</Application>
  <PresentationFormat>Widescreen</PresentationFormat>
  <Paragraphs>16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Century Gothic</vt:lpstr>
      <vt:lpstr>Vapor Trail</vt:lpstr>
      <vt:lpstr>College Football</vt:lpstr>
      <vt:lpstr>Overview</vt:lpstr>
      <vt:lpstr>PowerPoint Presentation</vt:lpstr>
      <vt:lpstr>PowerPoint Presentation</vt:lpstr>
      <vt:lpstr>Offensive Statistics</vt:lpstr>
      <vt:lpstr>Best VS Worst Offense</vt:lpstr>
      <vt:lpstr>How to be better offensively</vt:lpstr>
      <vt:lpstr>IOWA</vt:lpstr>
      <vt:lpstr>WIN PERCENTAGE</vt:lpstr>
      <vt:lpstr>Iowa vs nebraska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bergen</dc:creator>
  <cp:lastModifiedBy>jake bergen</cp:lastModifiedBy>
  <cp:revision>6</cp:revision>
  <dcterms:created xsi:type="dcterms:W3CDTF">2026-03-03T19:32:01Z</dcterms:created>
  <dcterms:modified xsi:type="dcterms:W3CDTF">2026-03-04T21:15:38Z</dcterms:modified>
</cp:coreProperties>
</file>